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4_level2_container_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i="1">
                <a:solidFill>
                  <a:srgbClr val="08427B"/>
                </a:solidFill>
              </a:rPr>
              <a:t>[Person]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Administrator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9164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The human actor who deploys, configures, and operates the TFTP Server. Interacts exclusively through the CLI Interface.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8716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5603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Terminal / SSH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5584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Code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42900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server.py  (entry point, main())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2452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Key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29768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• Provides --host, --port, --directory flags at startup
• Monitors server log output on stdout
• Stops the server via KeyboardInterrupt (Ctrl+C)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68735" y="6035040"/>
            <a:ext cx="548640" cy="548640"/>
          </a:xfrm>
          <a:prstGeom prst="rect">
            <a:avLst/>
          </a:prstGeom>
          <a:solidFill>
            <a:srgbClr val="08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AAAAAA"/>
                </a:solidFill>
              </a:rPr>
              <a:t>C4 Model · Level 2 Container Diagram · TFTP Server  |  c4model.com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i="1">
                <a:solidFill>
                  <a:srgbClr val="999999"/>
                </a:solidFill>
              </a:rPr>
              <a:t>[External System]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TFTP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9164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Any external application that implements the TFTP protocol (RFC 1350). Initiates file transfers by sending RRQ (read) or WRQ (write) datagrams to the server's UDP 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8716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5603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UDP / RFC 1350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5584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Code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42900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External – not part of this codebase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2452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Key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29768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• Examples: tftp(1) CLI, curl --tftp-*, network boot loaders (PXE)
• Connects to UDP port 69 by default (configurable)
• Session TID (Transfer ID) is a random ephemeral port per transfer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68735" y="6035040"/>
            <a:ext cx="548640" cy="5486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AAAAAA"/>
                </a:solidFill>
              </a:rPr>
              <a:t>C4 Model · Level 2 Container Diagram · TFTP Server  |  c4model.com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438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i="1">
                <a:solidFill>
                  <a:srgbClr val="438DD5"/>
                </a:solidFill>
              </a:rPr>
              <a:t>[Container · Python / argparse]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CLI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9164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Parses command-line arguments, validates the root directory, initialises the Python logger and instantiates TFTPServer. Acts as the application entry point and lifecycle manager.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8716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5603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Python 3 · argparse · logging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5584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Code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42900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server.py  ·  src/cli.py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2452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Key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29768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• parse_args() → Namespace(host, port, directory)
• validate_directory() raises ArgumentTypeError on invalid path
• main() wires logging, args and TFTPServer.start()
• Catches KeyboardInterrupt for graceful shutdown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68735" y="6035040"/>
            <a:ext cx="548640" cy="548640"/>
          </a:xfrm>
          <a:prstGeom prst="rect">
            <a:avLst/>
          </a:prstGeom>
          <a:solidFill>
            <a:srgbClr val="438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AAAAAA"/>
                </a:solidFill>
              </a:rPr>
              <a:t>C4 Model · Level 2 Container Diagram · TFTP Server  |  c4model.com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438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i="1">
                <a:solidFill>
                  <a:srgbClr val="438DD5"/>
                </a:solidFill>
              </a:rPr>
              <a:t>[Container · Python / threading]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TFTP Server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9164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The central container of the system. Runs a UDP socket loop, routes incoming datagrams to existing sessions or spawns new ones, and manages concurrent transfers via a thread-per-session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8716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5603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Python 3 · socket · threading · queue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5584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Code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42900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src/tftp_server.py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2452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Key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29768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• TFTPServer.start() — binds UDP socket, receives datagrams in a loop
• _route(data, addr) — dispatches packets: new session or queued message
• _RRQSession.run() — handles file downloads (send DATA, wait ACK)
• _WRQSession.run() — handles file uploads (receive DATA, send ACK)
• MAX_RETRIES=5, SESSION_TIMEOUT=5 s per block
• Thread-safe session registry: dict[addr → Queue] + threading.Lock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68735" y="6035040"/>
            <a:ext cx="548640" cy="548640"/>
          </a:xfrm>
          <a:prstGeom prst="rect">
            <a:avLst/>
          </a:prstGeom>
          <a:solidFill>
            <a:srgbClr val="438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AAAAAA"/>
                </a:solidFill>
              </a:rPr>
              <a:t>C4 Model · Level 2 Container Diagram · TFTP Server  |  c4model.com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438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i="1">
                <a:solidFill>
                  <a:srgbClr val="438DD5"/>
                </a:solidFill>
              </a:rPr>
              <a:t>[Container · Python / struct]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Protocol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9164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Encodes and decodes all TFTP binary packets according to RFC 1350. Stateless pure-function module; contains all opcode constants and error code definitions.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8716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5603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Python 3 · struct (binary packing)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5584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Code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42900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src/protocol.py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2452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Key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29768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• Opcodes: OP_RRQ=1, OP_WRQ=2, OP_DATA=3, OP_ACK=4, OP_ERROR=5
• parse_packet(data) → dict dispatches to _parse_request/data/ack/error
• build_rrq/wrq/data/ack/error() return bytes ready to sendto()
• BLOCK_SIZE = 512 bytes; is_last_block() checks len &lt; 512
• Supported modes: netascii · octet · mail
• Custom TFTPError exception carries RFC error codes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68735" y="6035040"/>
            <a:ext cx="548640" cy="548640"/>
          </a:xfrm>
          <a:prstGeom prst="rect">
            <a:avLst/>
          </a:prstGeom>
          <a:solidFill>
            <a:srgbClr val="438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AAAAAA"/>
                </a:solidFill>
              </a:rPr>
              <a:t>C4 Model · Level 2 Container Diagram · TFTP Server  |  c4model.com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438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i="1">
                <a:solidFill>
                  <a:srgbClr val="438DD5"/>
                </a:solidFill>
              </a:rPr>
              <a:t>[Container · Python / pathlib]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File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9164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Provides safe, validated file I/O for the server. FileReader streams a file in 512-byte blocks for RRQ transfers. FileWriter atomically persists received blocks for WRQ transfers. _safe_path() prevents path-traversal attacks.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8716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5603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Python 3 · pathlib · 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5584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Code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42900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src/file_service.py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2452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Key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29768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• FileReader.next_block() → (block_num, bytes≤512); supports context mgr
• FileWriter.write_block(payload); abort() deletes partial file on error
• _safe_path() resolves symlinks and rejects paths outside root_dir
• Raises TFTPError(ERR_ACCESS_VIOLATION) on traversal attempt
• Raises TFTPError(ERR_FILE_NOT_FOUND / ERR_FILE_EXISTS) as appropriate
• Raises TFTPError(ERR_DISK_FULL) when OSError occurs during write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68735" y="6035040"/>
            <a:ext cx="548640" cy="548640"/>
          </a:xfrm>
          <a:prstGeom prst="rect">
            <a:avLst/>
          </a:prstGeom>
          <a:solidFill>
            <a:srgbClr val="438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AAAAAA"/>
                </a:solidFill>
              </a:rPr>
              <a:t>C4 Model · Level 2 Container Diagram · TFTP Server  |  c4model.com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438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01168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i="1">
                <a:solidFill>
                  <a:srgbClr val="438DD5"/>
                </a:solidFill>
              </a:rPr>
              <a:t>[ContainerDb · File System]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115516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File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9164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The persistent data store. A directory on the local file system designated at startup via --directory. Files within this directory can be downloaded (RRQ) or uploaded (WRQ) by TFTP clients.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8716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56032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File System  (ext4 / any POSIX FS)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5584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Code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42900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files/  (default directory; configurable)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24528"/>
            <a:ext cx="112772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Key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29768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• Read by FileReader during RRQ (download) sessions
• Written by FileWriter during WRQ (upload) sessions
• No file may be overwritten — FileWriter enforces no-clobber policy
• Symlinks are resolved before path validation (no escaping root)
• Permissions checked at open-time (read/write access)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368735" y="6035040"/>
            <a:ext cx="548640" cy="548640"/>
          </a:xfrm>
          <a:prstGeom prst="rect">
            <a:avLst/>
          </a:prstGeom>
          <a:solidFill>
            <a:srgbClr val="438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AAAAAA"/>
                </a:solidFill>
              </a:rPr>
              <a:t>C4 Model · Level 2 Container Diagram · TFTP Server  |  c4model.com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0"/>
            <a:ext cx="115516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Relationships  ·  Arrows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[Container → Container  |  C4 Level 2]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514600" cy="530352"/>
          </a:xfrm>
          <a:prstGeom prst="rect">
            <a:avLst/>
          </a:prstGeom>
          <a:solidFill>
            <a:srgbClr val="438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554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From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63040"/>
            <a:ext cx="2514600" cy="530352"/>
          </a:xfrm>
          <a:prstGeom prst="rect">
            <a:avLst/>
          </a:prstGeom>
          <a:solidFill>
            <a:srgbClr val="438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554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463040"/>
            <a:ext cx="3794760" cy="530352"/>
          </a:xfrm>
          <a:prstGeom prst="rect">
            <a:avLst/>
          </a:prstGeom>
          <a:solidFill>
            <a:srgbClr val="438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55448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Label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463040"/>
            <a:ext cx="2514600" cy="530352"/>
          </a:xfrm>
          <a:prstGeom prst="rect">
            <a:avLst/>
          </a:prstGeom>
          <a:solidFill>
            <a:srgbClr val="438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00032" y="1554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93392"/>
            <a:ext cx="251460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066544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System Administrator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993392"/>
            <a:ext cx="251460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2066544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CLI Interface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993392"/>
            <a:ext cx="379476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2066544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Runs with arguments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1993392"/>
            <a:ext cx="251460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2" y="2066544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CLI / shell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23744"/>
            <a:ext cx="2514600" cy="530352"/>
          </a:xfrm>
          <a:prstGeom prst="rect">
            <a:avLst/>
          </a:prstGeom>
          <a:solidFill>
            <a:srgbClr val="FAFAF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596896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CLI Interface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523744"/>
            <a:ext cx="2514600" cy="530352"/>
          </a:xfrm>
          <a:prstGeom prst="rect">
            <a:avLst/>
          </a:prstGeom>
          <a:solidFill>
            <a:srgbClr val="FAFAF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9232" y="2596896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TFTP Server 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2523744"/>
            <a:ext cx="3794760" cy="530352"/>
          </a:xfrm>
          <a:prstGeom prst="rect">
            <a:avLst/>
          </a:prstGeom>
          <a:solidFill>
            <a:srgbClr val="FAFAF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59552" y="2596896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Creates &amp; starts server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2523744"/>
            <a:ext cx="2514600" cy="530352"/>
          </a:xfrm>
          <a:prstGeom prst="rect">
            <a:avLst/>
          </a:prstGeom>
          <a:solidFill>
            <a:srgbClr val="FAFAF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2596896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Python function call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54096"/>
            <a:ext cx="251460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3127248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TFTP Client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3054096"/>
            <a:ext cx="251460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2" y="3127248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TFTP Server Core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3054096"/>
            <a:ext cx="379476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9552" y="3127248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RRQ / WRQ / DATA / 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3054096"/>
            <a:ext cx="251460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0032" y="3127248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UDP port 69 (RFC 1350)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584448"/>
            <a:ext cx="2514600" cy="530352"/>
          </a:xfrm>
          <a:prstGeom prst="rect">
            <a:avLst/>
          </a:prstGeom>
          <a:solidFill>
            <a:srgbClr val="FAFAF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657600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TFTP Server Core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3584448"/>
            <a:ext cx="2514600" cy="530352"/>
          </a:xfrm>
          <a:prstGeom prst="rect">
            <a:avLst/>
          </a:prstGeom>
          <a:solidFill>
            <a:srgbClr val="FAFAF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99232" y="3657600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TFTP Client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3584448"/>
            <a:ext cx="3794760" cy="530352"/>
          </a:xfrm>
          <a:prstGeom prst="rect">
            <a:avLst/>
          </a:prstGeom>
          <a:solidFill>
            <a:srgbClr val="FAFAF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59552" y="365760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DATA / ACK / ERROR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3584448"/>
            <a:ext cx="2514600" cy="530352"/>
          </a:xfrm>
          <a:prstGeom prst="rect">
            <a:avLst/>
          </a:prstGeom>
          <a:solidFill>
            <a:srgbClr val="FAFAF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3657600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UDP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114800"/>
            <a:ext cx="251460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41879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TFTP Server Core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0" y="4114800"/>
            <a:ext cx="251460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99232" y="41879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Protocol Engine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4114800"/>
            <a:ext cx="379476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59552" y="4187952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parse_packet() / build_*()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26880" y="4114800"/>
            <a:ext cx="251460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00032" y="4187952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Python function call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645152"/>
            <a:ext cx="2514600" cy="530352"/>
          </a:xfrm>
          <a:prstGeom prst="rect">
            <a:avLst/>
          </a:prstGeom>
          <a:solidFill>
            <a:srgbClr val="FAFAF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4718304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TFTP Server Core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26080" y="4645152"/>
            <a:ext cx="2514600" cy="530352"/>
          </a:xfrm>
          <a:prstGeom prst="rect">
            <a:avLst/>
          </a:prstGeom>
          <a:solidFill>
            <a:srgbClr val="FAFAF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99232" y="4718304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File Service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0" y="4645152"/>
            <a:ext cx="3794760" cy="530352"/>
          </a:xfrm>
          <a:prstGeom prst="rect">
            <a:avLst/>
          </a:prstGeom>
          <a:solidFill>
            <a:srgbClr val="FAFAF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59552" y="4718304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FileReader / FileWriter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26880" y="4645152"/>
            <a:ext cx="2514600" cy="530352"/>
          </a:xfrm>
          <a:prstGeom prst="rect">
            <a:avLst/>
          </a:prstGeom>
          <a:solidFill>
            <a:srgbClr val="FAFAF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00032" y="4718304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Python function call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175504"/>
            <a:ext cx="251460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2" y="5248656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File Service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26080" y="5175504"/>
            <a:ext cx="251460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99232" y="5248656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File Storage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0" y="5175504"/>
            <a:ext cx="379476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59552" y="5248656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Reads / writes files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26880" y="5175504"/>
            <a:ext cx="251460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00032" y="5248656"/>
            <a:ext cx="2395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OS I/O (pathlib)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AAAAAA"/>
                </a:solidFill>
              </a:rPr>
              <a:t>C4 Model · Level 2 Container Diagram · TFTP Server  |  c4model.com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